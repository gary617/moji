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>
  <c:chart>
    <c:title>
      <c:tx>
        <c:rich>
          <a:p xmlns:a="http://schemas.openxmlformats.org/drawingml/2006/main">
            <a:r>
              <a:t>POC Chart</a:t>
            </a:r>
          </a:p>
        </c:rich>
      </c:tx>
    </c:title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POC-pptx-multi-slide 中文字体复杂排版 多页 图片 图表</a:t>
            </a:r>
          </a:p>
        </p:txBody>
      </p:sp>
    </p:spTree>
  </p:cSld>
</p:sld>
</file>